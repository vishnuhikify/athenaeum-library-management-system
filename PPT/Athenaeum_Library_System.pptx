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0" y="5029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ATHENAEUM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47472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474720" y="1600200"/>
            <a:ext cx="512064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Engineering in Computer Science &amp; Engineering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0" y="20848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Course Project  |  Department of CSE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74720" y="2395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 Institute of Technology, Bengaluru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0" y="2743200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G S              1BG24CS134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Vibhu Manu M S       1BG24CS181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Vishnu Prasad           1BG24CS183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Yadhunandan M       1BG24CS185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492240" y="2880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of: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Kavitha Jayaram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Dept. of CSE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BNMIT, Bengaluru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868680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68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05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444752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4447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4813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020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0574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2596896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3172968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729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20954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 &amp; Features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" y="3749040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7490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856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 Management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11480" y="4325112"/>
            <a:ext cx="47548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3251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3616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&amp; Search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868680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86868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0" y="9052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Circulation, Loans &amp; Fines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444752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44475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14813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2020824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2020824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2596896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54880" y="25968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2633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Persistence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54880" y="3172968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172968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3520" y="3209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Highlights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754880" y="3749040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754880" y="374904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03520" y="378561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754880" y="4325112"/>
            <a:ext cx="47548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4325112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0" y="4361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3977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961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paper-based library systems suffer from: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682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record-keeping errors and data redundancy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21284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Inability to track overdue books and collect fines efficiently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24912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book availability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55264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member registration and book search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785616"/>
            <a:ext cx="256032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80390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generating circulation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80560" y="804672"/>
            <a:ext cx="43159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36008" y="896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008" y="12984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Athenaeum is a full-stack digital library management platform that automates all core library workflows: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36008" y="1874520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1874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65192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authentication with admin/member roles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36008" y="2404872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catalogue with availability tracking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36008" y="2935224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2935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5192" y="2953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fine calculation for overdue returns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36008" y="3465576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3465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65192" y="3483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with usage analytics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36008" y="3995928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3995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65192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of loan history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941832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978408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" y="1554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token-based login with distinct admin and member roles, enforced at every API endpoint.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8046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94183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978408"/>
            <a:ext cx="429768" cy="4297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Catalogue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1554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add, edit, delete, search and filter for books with per-copy availability tracking.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44768" y="8046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81928" y="94183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978408"/>
            <a:ext cx="429768" cy="4297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987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81928" y="15544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self-registration, admin-controlled member CRUD, and safe deletion guards.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47472" y="26334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" y="2770632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2807208"/>
            <a:ext cx="429768" cy="4297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8992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&amp; Fines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4632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loan issuance (14-day period), returns, and ₹2/day overdue fine accrual.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26334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383280" y="27706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2807208"/>
            <a:ext cx="429768" cy="4297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77640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live KPI stats, a Most-Borrowed leaderboard, collection health gauge and overdue alerts.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44768" y="2633472"/>
            <a:ext cx="2761488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81928" y="2770632"/>
            <a:ext cx="502920" cy="50292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807208"/>
            <a:ext cx="429768" cy="42976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76288" y="2816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81928" y="338328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one-click CSV export of complete loan history for external analysis.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41248"/>
            <a:ext cx="5303520" cy="1207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9784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 |  JSX Components  |  CSS Animations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212848"/>
            <a:ext cx="530352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2350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2807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 REST API  |  cpp-httplib  |  Token-Based Auth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3584448"/>
            <a:ext cx="5303520" cy="120700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0352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Database  |  Mutex-Locked I/O  |  Auto-seed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17556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3127248"/>
            <a:ext cx="54864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841248"/>
            <a:ext cx="28803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FLOW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13716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Browser sends HTTP requests to localhost:8080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184708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uses fetch() API for all data exchange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3225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Backend responds with JSON payloads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35040" y="27980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 token sent in X-Token header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32735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CORS configured for localhost:5173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Mutex ensures thread-safe file I/O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422452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seeded on first launch automatically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201168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298448"/>
            <a:ext cx="20116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2064" y="148132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2064" y="2286000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249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 (build tool)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" y="309067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054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+ CSS3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" y="389534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858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23744" y="804672"/>
            <a:ext cx="20116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23744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23744" y="1298448"/>
            <a:ext cx="20116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88336" y="148132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44368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C++17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88336" y="22860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44368" y="2249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cpp-httplib (single-header HTTP)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88336" y="309067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44368" y="3054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nlohmann/json (JSON parsing)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688336" y="389534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4368" y="3858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std::mutex (thread safety)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0016" y="804672"/>
            <a:ext cx="2011680" cy="47548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0016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0016" y="1298448"/>
            <a:ext cx="20116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1481328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 persistence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64608" y="2286000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2249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library_db.json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64608" y="3090672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054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Auto-seed on first run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64608" y="3895344"/>
            <a:ext cx="182880" cy="18288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858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DB required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76288" y="804672"/>
            <a:ext cx="201168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76288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76288" y="1298448"/>
            <a:ext cx="201168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40880" y="14813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96912" y="14447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g++ / clang compiler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40880" y="22860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96912" y="2249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+ Node.js 18+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040880" y="3090672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6912" y="30540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40880" y="3895344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96912" y="38587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(2-process setup)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47472" y="4645152"/>
            <a:ext cx="8449056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45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dependencies are vendored — no internet required at runtime. Frontend served on :5173, backend API on :8080.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4206240" cy="53035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" y="1353312"/>
            <a:ext cx="4206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" y="150876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" y="1527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book catalogue management (Add / Edit / Delete)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201168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management (Add / Edit / Delete members)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251460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2532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process book returns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01752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035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loans across all members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352044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dashboard, stats and CSV reports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0352" y="4023360"/>
            <a:ext cx="237744" cy="237744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23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fines on book return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804672"/>
            <a:ext cx="420624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80467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754880" y="1353312"/>
            <a:ext cx="4206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50876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508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15270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search the full book catalogue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01168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20116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20299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loan history (active + returned)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251460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514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25328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 via the registration page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937760" y="301752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57800" y="30358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outstanding fines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37760" y="352044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35387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issue books or manage catalogue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37760" y="402336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023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25780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access other members' data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7472" y="4572000"/>
            <a:ext cx="8449056" cy="27432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Token-based sessions (32-char hex). Tokens stored in-memory; X-Token header required on all protected endpoints. Role enforced server-side.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Search &amp; Circulation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404164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4164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98448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/ Edit / Delete books (admin only)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Fields: Title, Author, ISBN,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56816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Track total copies vs available copies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Category dropdown with live 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151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Live search by title or author name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127248"/>
            <a:ext cx="404164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27248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557016"/>
            <a:ext cx="40416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Real-time text search (title / author)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Category filter dropdown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42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Availability toggle (show only available)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04672"/>
            <a:ext cx="4224528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80467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&amp; FINES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224528" cy="3328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325880"/>
            <a:ext cx="50292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85232" y="13258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Issue Book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157276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selects member + book → system creates loan record, decrements available copies, sets 14-day due date.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130552"/>
            <a:ext cx="50292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85232" y="2130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Overdue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85232" y="23774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API call, backend compares today's epoch to dueAt to flag overdue loans automatically.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35224"/>
            <a:ext cx="50292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85232" y="293522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Fine Accrual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85232" y="318211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fine = days_overdue × ₹2.00 (configurable in server.cpp). Displayed live on loans list.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739896"/>
            <a:ext cx="502920" cy="50292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85232" y="37398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Return &amp; Settle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85232" y="398678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processes return → availability restored, fine settled, loan marked returned with timestamp.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1261872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64792" y="822960"/>
            <a:ext cx="126187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6479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6479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Copies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822960"/>
            <a:ext cx="126187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8211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8211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99432" y="822960"/>
            <a:ext cx="1261872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9943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943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16752" y="822960"/>
            <a:ext cx="1261872" cy="82296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1675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1675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34072" y="822960"/>
            <a:ext cx="1261872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34072" y="82296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Live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34072" y="126187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Fine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1847088"/>
            <a:ext cx="27614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184708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Borrowed Leaderboard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2276856"/>
            <a:ext cx="276148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" y="2377440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all catalogue titles by all-time borrow count. Top 3 highlighted with gold/silver/bronze medallions. Computed from the full loans array on every stats request.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46120" y="1847088"/>
            <a:ext cx="276148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184708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Health Gauge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2276856"/>
            <a:ext cx="276148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2377440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gauge showing percentage of copies currently available vs on-loan. Instantly shows library utilisation. Drawn with CSS conic-gradient animation.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1847088"/>
            <a:ext cx="276148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847088"/>
            <a:ext cx="2761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Spotlight Strip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44768" y="2276856"/>
            <a:ext cx="2761488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81928" y="2377440"/>
            <a:ext cx="2487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banner listing all currently overdue loans with member name, book title, days overdue, and accrued fine. Pulsing animation draws admin attention.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Reference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04672"/>
          <a:ext cx="8449056" cy="3840480"/>
        </p:xfrm>
        <a:graphic>
          <a:graphicData uri="http://schemas.openxmlformats.org/drawingml/2006/table">
            <a:tbl>
              <a:tblPr/>
              <a:tblGrid>
                <a:gridCol w="685800"/>
                <a:gridCol w="2286000"/>
                <a:gridCol w="822960"/>
                <a:gridCol w="4654296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/api/login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user, receive session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/api/register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Self-register as a new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/api/books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List, search and filter catalogue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/api/books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book to the catalogue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/api/books/:id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book details or copy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/api/books/:id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book from the catalogue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/api/members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registered members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/api/members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Admin-add a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/api/members/:id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member info / role /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/api/members/:id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member (guards active loans)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/api/loans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loans (member) or all loans (admin)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/api/loans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a book to a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/api/loans/:id/return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return and settle fine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/api/stats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KPIs and leaderboard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/api/report/loans.csv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loan history CSV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Data Persistence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22960"/>
            <a:ext cx="21488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214884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int (auto-increment)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string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author: string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isbn: string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category: string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602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available: 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33472" y="822960"/>
            <a:ext cx="21488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822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33472" y="1234440"/>
            <a:ext cx="2148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1682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string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2066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email: string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2450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string*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'admin'|'member'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9472" y="822960"/>
            <a:ext cx="2148840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822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19472" y="1234440"/>
            <a:ext cx="2148840" cy="28712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12984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int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16824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bookId: int → Book.id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066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memberId: int → Member.id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4505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issuedAt: epoch long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834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dueAt: epoch long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returnedAt: epoch (0=active)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6027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fine: double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23760" y="822960"/>
            <a:ext cx="1572768" cy="402336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223760" y="8686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NOTES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69480" y="129844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 file acts as a lightweight DB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9480" y="177393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Entire file read/written on every mutation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2249424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std::mutex guards concurrent access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272491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Auto-seeded with demo books &amp; users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320040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survives backend restarts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269480" y="3675888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Tokens are in-memory only (restart = logout)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4151376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*Future: bcrypt password hashing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 Highlights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features a hand-crafted 3D "reading room" aesthetic — varnished oak shelves, embossed leather spines, brass fittings and raked lighting. Built entirely in CSS without any 3D library.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41732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417320"/>
            <a:ext cx="10972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087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Intro / Landing Screen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bookshelf with CSS 3D transforms greets users on first load before the login prompt appears.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17320"/>
            <a:ext cx="109728" cy="1600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5087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Card Layouts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47288" y="189280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members and loans rendered as card grids. CSS Grid and Flexbox ensure proper reflow at any size.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44768" y="141732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44768" y="1417320"/>
            <a:ext cx="109728" cy="1600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5087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&amp; Filter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5936" y="189280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filtering is client-side with React state — instant results with no API round-trip for better UX.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15468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15468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Role-Adaptive 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630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gets full nav (Catalogue, Members, Loans, Dashboard). Members see a trimmed, relevant-only view.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315468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154680"/>
            <a:ext cx="109728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246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Status Colour Coding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47288" y="3630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loans = blue, overdue = red with pulse, returned = muted green. Instant visual status at a glance.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44768" y="3154680"/>
            <a:ext cx="276148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4768" y="3154680"/>
            <a:ext cx="109728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32461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Ring Gauge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45936" y="363016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conic-gradient collection health ring auto-animates from 0 on each dashboard load for visual delight.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7472" y="804672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workflows were tested end-to-end by running both server and frontend simultaneously.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234440"/>
          <a:ext cx="8449056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3474720"/>
                <a:gridCol w="168249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5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login with correct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returned, admin nav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login with correct credentials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returned, member nav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credentials attempt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Unauthorized, error toast shown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book (admin)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appears in catalogue, copies tracked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book to member (admin)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count decrements, loan record added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book before due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= ₹0, copies restored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book after due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 = days_overdue × ₹2, settled on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tries to access admin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 from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member with active loan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blocks deletion with error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report export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loan history CSV downloaded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stats after multiple loans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update, leaderboard re-ranked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Self-registration as new 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created, can log in immediately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5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109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BNMIT | BE-CSE | IPL Course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4041648" cy="41148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04672"/>
            <a:ext cx="4041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4164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13533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33502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full-stack library system as an IPL course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89280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874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real-world use of C++17 REST APIs with zero external dependencies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4323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41401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frontend delivers a polished, role-sensitive user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29718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95351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persistence keeps the stack simple and portable — runs on any machine with g++ and Node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35112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4930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core library workflows automated: catalogue, members, loans, fines, reporting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" y="40507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0325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frontend (port 5173) and backend (port 8080)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804672"/>
            <a:ext cx="422452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804672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0" y="1234440"/>
            <a:ext cx="422452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25880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325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13258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572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plain-text passwords with bcrypt for security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865376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865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18653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Queue: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1122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members to reserve books currently on loan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404872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24048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Reminders: 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26517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due-date and overdue email notifications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944368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944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29443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Pagination: 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319125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 large catalogues for better performance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483864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4838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34838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Reports: 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7307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formatted PDF reports alongside CSV export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4023360"/>
            <a:ext cx="25603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★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4023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Migration: 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42702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JSON file to a proper relational database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open for questions and feedback.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Prithvi G S (1BG24CS134)  |  Vibhu Manu M S (1BG24CS181)  |  Vishnu Prasad (1BG24CS183)  |  Yadhunandan M (1BG24CS185)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 Kavitha Jayaram  |  Associate Professor, Dept. of CSE, BNMIT, Bengaluru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 Course  •  BE – Computer Science &amp; Engineering  •  BNM Institute of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Athenaeum – Library Management System</dc:title>
  <dc:subject>PptxGenJS Presentation</dc:subject>
  <dc:creator>Prithvi G S, Vibhu Manu M S, Vishnu Prasad</dc:creator>
  <cp:lastModifiedBy>Prithvi G S, Vibhu Manu M S, Vishnu Prasad</cp:lastModifiedBy>
  <cp:revision>1</cp:revision>
  <dcterms:created xsi:type="dcterms:W3CDTF">2026-06-05T05:17:23Z</dcterms:created>
  <dcterms:modified xsi:type="dcterms:W3CDTF">2026-06-05T05:17:23Z</dcterms:modified>
</cp:coreProperties>
</file>